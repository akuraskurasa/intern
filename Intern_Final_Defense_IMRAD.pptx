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C8C8C8"/>
                </a:solidFill>
              </a:defRPr>
            </a:pPr>
            <a:r>
              <a:t>A Personalized GUI Agent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That Learns from Demonstrations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Introduction | Methods | Results | Discussion</a:t>
            </a:r>
            <a:br/>
            <a:r>
              <a:t>Q&amp;A at the end, clarifying questions welcome anytime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0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The Problem &amp; Our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Repetitive GUI work consumes hours daily</a:t>
            </a:r>
          </a:p>
          <a:p>
            <a:pPr lvl="1"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Data entry, copying between apps, email triage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Each person does it their own 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Why Current Tools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Traditional RPA: hand-scripted, breaks on UI changes, needs a developer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Generic computer-use agents: not personalized, do the task their way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The gap: no tool watches a user, learns their workflow, and repeats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Our Idea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Record demonstrations → Transformer learns WHERE to act → LLM supplies WHAT to type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Key: not hardcoded per 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Behavioral Cloning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Learn from (state, action) pairs—apprentice copies mentor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Known weakness: small errors pile up over long sequences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We address this with DAgger correction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RPA tools: scripted, not learned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Computer-use &amp; VLM agents: generic, not personalized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BC for UI: Intern differs by combining learned personalization + general task solving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12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Perception (1): ≥95% detection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Representation (2,4): &lt;5% ambiguity, ≥90% state mapping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Learning (3,5): ≥90% action prediction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Adaptability (6): ≥75% on new UI variants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Scalability (7), Execution (8-10), Evaluation (11-12)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Scope: Three Study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#1: Car-insurance form (data entry, 176 fields)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#2: Grade spreadsheet→web portal (8 UI variants)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#3: Boss's task list (cold emails, inbox triage, checks)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Together: data entry, cross-app transfer, conditional judgment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Significance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Who benefits: knowledge workers doing repetitive GUI work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Out of scope: Windows only, three bounded tasks, no auto-send email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28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System Architecture &amp;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Source window → Observation → Agent loop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→ Transformer (WHERE, WHAT) + LLM (value) → ActionExecutor (pyautogui)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Human-only rule: screen + mouse/keyboard only. No file shortcuts or app scripting.</a:t>
            </a:r>
          </a:p>
          <a:p>
            <a:pPr lvl="1"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This makes the claim stronger.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Division of 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Transformer: WHERE (which element, order) &amp; WHAT (click/type)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LLM: the value to enter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Widget type: HOW (click vs type)—universal plumbing, not personalization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#3 variant: habits (learned user patterns) + LLM for edge cases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Pipeline: Record → Clean → Train →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1. Record: DemoRecorder captures UIA snapshots on every click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2. Clean: drop dropdown clicks, off-window noise, duplicates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2b. Oversample: teach model to click Submit (no hardcoded rule)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3. Train: TransformerAgentNetwork (causal, per-element features, pointer heads)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4. Run &amp; Correct: observe→predict→act loop, DAgger on failures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Key Engineering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Perception as adapter: UIA &amp; Excel share element schema, fail loud on mismatch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is_filled feature: fixed looping by letting model see which fields are done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Action collapse {click, type}: accuracy 50%→80%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No form-specific hardcodes (ScopeConfig): agent doesn't know which app it runs 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Metrics per objective: objective_metrics.py, bc_fidelity.py, validate_transitions.py, etc.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Verdict rules: MET / PARTIALLY MET / NOT MET / NOT EVALUATED / NOT APPLICABLE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Clone test: train top-down, then bottom-up. If each reproduces its own order → genuine cloning, not memorization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5-minute buffer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8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Objective Attainment Across Scopes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Headline: Objective × Scope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The whole picture first (see fig_matrix.png)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6 MET: Objectives 6, 10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4 PARTIALLY MET: Objectives 8, 9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4 NOT EVALUATED: Objectives 1, 7, 11, 12 (no data collected yet)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2 NOT MET: Objectives 2–5 (perception, representation, learning challenges)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Proof of Genuine Cloning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Train on top-down order → 74% exact match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Train on bottom-up order → 93% exact match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Same architecture learned two opposite orders → genuine cloning, not memorization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#1: Notepad intake → car-insurance form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#2: grade sheet → portal (all fields + pass/fail rule)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#3: drafts cold emails, handles inbox, answers checks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Backup: pre-recorded video if needed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Obj 6: Adaptability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Target: ≥75% on new variants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Measured: S2 75.0% (n=24), S3 83.6% (n=292)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Verdict: MET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Obj 8: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Target: ≥85% completion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Measured: S1 0%, S2 100%, S3 51.7%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Verdict: PARTIALLY MET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Obj 9: Execution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Target: ≤10% errors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Measured: S1 21.3%, S2 0%, S3 46.6%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Verdict: PARTIALLY MET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Obj 10: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Target: qualitative (all scopes)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Measured: All three scopes integrated</a:t>
            </a:r>
          </a:p>
          <a:p>
            <a:pPr>
              <a:spcBef>
                <a:spcPts val="400"/>
              </a:spcBef>
              <a:defRPr sz="2000">
                <a:solidFill>
                  <a:srgbClr val="282828"/>
                </a:solidFill>
              </a:defRPr>
            </a:pPr>
            <a:r>
              <a:t>Verdict: MET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What works: personalized cloning (Scope #3), end-to-end on Scope #2 (100%)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What doesn't: Scope #1 accuracy; Scopes #1 &amp; #3 error rates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What we didn't measure yet: RPA comparison, scalability (NOT EVALUATED, not estimates)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7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Discussion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Interpretation &amp; Way Forward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What the Results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Personalized cloning is real (74%→93% order cloning)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Pipeline works end-to-end on Scope #2 (100% completion)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#1 held back by navigation/action accuracy, not architecture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Why Scope #1 Fails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Errors pile up over 176 fields × 8 tabs (behavioral cloning weakness)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Cold start: first clicks are hardest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Rare tab-switching: model doesn't see it often enough to learn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Why Encoding &amp; Action Accuracy Miss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Small n on ambiguity (19 samples) → high variance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LLM handles value steps by design → limits how high Transformer accuracy can go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Adaptability: An Honest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Met, but only at threshold: 75.0% on Scope #2 (n=24, zero margin)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83.6% on Scope #3, but only 3 of 8 UI variants fully solved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Windows/UIA only; small evaluation sizes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No RPA baseline yet (tool ready, data not collected)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Scope #3 on mock data; pixel-coordinate brittleness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Recommendations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DAgger correction loop: watch user fix errors, retrain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Rare-event weighting: inverse frequency / focal loss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Vision perception adapter; larger recording campaign; RPA comparison study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A personalized, demonstration-learned GUI agent with a swappable perception layer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Scripted RPA doesn't learn. Generic agents don't personalize. This one does both.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35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Problem: repetitive GUI work eats hours. Each person does it their way.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Solution: Intern learns a user's workflow from demonstrations.</a:t>
            </a:r>
          </a:p>
          <a:p>
            <a:pPr>
              <a:spcBef>
                <a:spcPts val="400"/>
              </a:spcBef>
              <a:defRPr sz="1800">
                <a:solidFill>
                  <a:srgbClr val="282828"/>
                </a:solidFill>
              </a:defRPr>
            </a:pPr>
            <a:r>
              <a:t>Result: personalized, learned automation on real tasks. Works on Scope #2 perfectly; Scopes #1 &amp; #3 have clear next steps.</a:t>
            </a:r>
          </a:p>
          <a:p>
            <a:pPr>
              <a:spcBef>
                <a:spcPts val="400"/>
              </a:spcBef>
              <a:defRPr sz="2400">
                <a:solidFill>
                  <a:srgbClr val="282828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Keep the matrix visible. Backup slides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